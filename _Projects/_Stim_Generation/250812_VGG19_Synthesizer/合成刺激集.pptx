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71" autoAdjust="0"/>
  </p:normalViewPr>
  <p:slideViewPr>
    <p:cSldViewPr snapToGrid="0">
      <p:cViewPr varScale="1">
        <p:scale>
          <a:sx n="105" d="100"/>
          <a:sy n="105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994EC9-E3B0-235A-25DC-5C4C66A3E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8FD085-8D20-FEFD-D8B6-CDB6E4DFD1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09BDE4-56D8-E363-425B-931E83525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9A0102-9ABE-DD05-AE24-2276A5845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6FFDB4-7AE1-2AEC-7521-03E5A3AD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724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639EB1-879D-E590-D28C-304362A1A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8F680D-0604-0B55-E02D-9A7AC5DE3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413286-3289-76D0-455D-191138739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7F261D-8635-75F1-B85F-56F04F6F0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A1107E-2926-4DBA-891F-C93BBB68E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332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7EAAA0-BD79-66B2-B57C-A6800BE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83CADA-CEC3-1E0B-33A3-226F56935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40E9CB-87D8-EF2A-D45A-881309B30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C3F7EF-FFAF-EB10-6E4D-049AE45E0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3023AB-3684-6F9C-8968-335551012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713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7B096-4585-FC2C-064B-97333441E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634B66-AC4B-D06C-F540-5E3749309B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F80ECB-9537-67CC-BB97-027FE3911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67FB34-3E0F-4AEC-1566-E27CBFA7A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79EEE8-5A3F-1478-0645-93DB895AE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494489-A1FE-F592-A831-0A967D4C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754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32F7A1-BFE5-66CE-2C3D-56953D1F7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DF563B-8FC8-C6E5-FA98-39D449201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10FD5B-EEEA-42B2-87A5-0F9ABF180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858BAF1-8508-A799-781D-1899B8B6BB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F620AA-B95F-678C-E2BB-2A60E4D1E8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DBB937E-5564-2C8F-5EE8-509683630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4DD1842-229C-8845-6CD9-3BFFCA5C0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A270DD1-92AD-E163-6747-DA833A535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686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FFDCA-EAF8-267A-26F1-DC1C862C9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A84C99-88DE-B266-93B8-693838703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1ED4316-5716-3E38-4700-D1EF5DDD8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2A2D1F-AB9B-ABCC-7578-26DDF53DA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02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F97C75-4BA1-A7F6-5F1D-D24EDFA45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B3EF809-477F-787E-92D7-D8C930537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03BE0D-FA1A-F255-A020-6D3029E2B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450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BB7478-248D-904A-5A7E-955D76C2D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6B2514-428B-7354-CF6F-3DBE39B6D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D940BD-9624-BC9A-7BC6-CC81D1363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5C099E-5FEB-061F-2953-3B169C4F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60D55D-3AD2-4EDF-8D2C-4D5FFCFD4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B79727-E873-7FD9-2B5A-CF185CA75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08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51F2D8-D8F5-1542-7803-E605EEE05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900F69-76A1-556D-3997-09A8A5ED9D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26A494-1BD8-9C83-0D12-81F7B5AF0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9328DB-6885-2613-8C4C-C8BDD47BB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B06E7E-505D-C547-A2D2-8B1BD1245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BFBB95-FB36-4FC9-3187-D961F9324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685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6CD7E5-0A8F-AEDA-67ED-61C1FB92F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1B359B-D5E7-0755-E35D-6A0B90639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1C1606-0E00-1453-A4B1-070F0AE87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A058B7-97D2-4124-602D-7E468341E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56A524-9C24-758E-053E-06EAE58C7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344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166067-5F63-3B37-BA9A-E1720700B4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B1EC7C-3E81-7BA6-12AF-F7818AA44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B3F581-037A-0500-5237-F68478DFC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87A628-2764-F671-0220-200CECFA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572BA5-B449-040A-4FC5-CB735BA44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65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EAC3C6B-FA4A-0A15-A02B-3E9902E83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78FF79-2890-70C5-4544-5F16DCB09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D9A6BB-7BC9-0E65-BE7C-0057F6889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58559-F8A0-4040-9402-5F29B4F3072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33D604-2A85-B4CB-F2C2-C2CFE61749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86E851-34E9-93A7-E228-B82B6BED7E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384C5-2D59-43A1-8722-0019D199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568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13" Type="http://schemas.openxmlformats.org/officeDocument/2006/relationships/image" Target="../media/image21.jpg"/><Relationship Id="rId18" Type="http://schemas.openxmlformats.org/officeDocument/2006/relationships/image" Target="../media/image26.jpg"/><Relationship Id="rId3" Type="http://schemas.openxmlformats.org/officeDocument/2006/relationships/image" Target="../media/image11.jpg"/><Relationship Id="rId21" Type="http://schemas.openxmlformats.org/officeDocument/2006/relationships/image" Target="../media/image29.jpg"/><Relationship Id="rId7" Type="http://schemas.openxmlformats.org/officeDocument/2006/relationships/image" Target="../media/image15.jpg"/><Relationship Id="rId12" Type="http://schemas.openxmlformats.org/officeDocument/2006/relationships/image" Target="../media/image20.jpg"/><Relationship Id="rId17" Type="http://schemas.openxmlformats.org/officeDocument/2006/relationships/image" Target="../media/image25.jpg"/><Relationship Id="rId25" Type="http://schemas.openxmlformats.org/officeDocument/2006/relationships/image" Target="../media/image33.jpg"/><Relationship Id="rId2" Type="http://schemas.openxmlformats.org/officeDocument/2006/relationships/image" Target="../media/image10.jpg"/><Relationship Id="rId16" Type="http://schemas.openxmlformats.org/officeDocument/2006/relationships/image" Target="../media/image24.jpg"/><Relationship Id="rId20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11" Type="http://schemas.openxmlformats.org/officeDocument/2006/relationships/image" Target="../media/image19.jpg"/><Relationship Id="rId24" Type="http://schemas.openxmlformats.org/officeDocument/2006/relationships/image" Target="../media/image32.jpg"/><Relationship Id="rId5" Type="http://schemas.openxmlformats.org/officeDocument/2006/relationships/image" Target="../media/image13.jpg"/><Relationship Id="rId15" Type="http://schemas.openxmlformats.org/officeDocument/2006/relationships/image" Target="../media/image23.jpg"/><Relationship Id="rId23" Type="http://schemas.openxmlformats.org/officeDocument/2006/relationships/image" Target="../media/image31.jpg"/><Relationship Id="rId10" Type="http://schemas.openxmlformats.org/officeDocument/2006/relationships/image" Target="../media/image18.jpg"/><Relationship Id="rId19" Type="http://schemas.openxmlformats.org/officeDocument/2006/relationships/image" Target="../media/image27.jpg"/><Relationship Id="rId4" Type="http://schemas.openxmlformats.org/officeDocument/2006/relationships/image" Target="../media/image12.jpg"/><Relationship Id="rId9" Type="http://schemas.openxmlformats.org/officeDocument/2006/relationships/image" Target="../media/image17.jpg"/><Relationship Id="rId14" Type="http://schemas.openxmlformats.org/officeDocument/2006/relationships/image" Target="../media/image22.jpg"/><Relationship Id="rId22" Type="http://schemas.openxmlformats.org/officeDocument/2006/relationships/image" Target="../media/image30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g"/><Relationship Id="rId13" Type="http://schemas.openxmlformats.org/officeDocument/2006/relationships/image" Target="../media/image45.jpg"/><Relationship Id="rId3" Type="http://schemas.openxmlformats.org/officeDocument/2006/relationships/image" Target="../media/image35.jpg"/><Relationship Id="rId7" Type="http://schemas.openxmlformats.org/officeDocument/2006/relationships/image" Target="../media/image39.jpg"/><Relationship Id="rId12" Type="http://schemas.openxmlformats.org/officeDocument/2006/relationships/image" Target="../media/image44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g"/><Relationship Id="rId11" Type="http://schemas.openxmlformats.org/officeDocument/2006/relationships/image" Target="../media/image43.jpg"/><Relationship Id="rId5" Type="http://schemas.openxmlformats.org/officeDocument/2006/relationships/image" Target="../media/image37.jpg"/><Relationship Id="rId10" Type="http://schemas.openxmlformats.org/officeDocument/2006/relationships/image" Target="../media/image42.jpg"/><Relationship Id="rId4" Type="http://schemas.openxmlformats.org/officeDocument/2006/relationships/image" Target="../media/image36.jpg"/><Relationship Id="rId9" Type="http://schemas.openxmlformats.org/officeDocument/2006/relationships/image" Target="../media/image41.jpg"/><Relationship Id="rId14" Type="http://schemas.openxmlformats.org/officeDocument/2006/relationships/image" Target="../media/image4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877C2D-8BB9-C8E0-2EC9-9AC8C9A8F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07893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使用不同的刺激集设计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E1C103-936D-65D5-D999-346063067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0607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使用文献中方法对刺激进行局部打乱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背景中的物体，分为</a:t>
            </a:r>
            <a:r>
              <a:rPr lang="en-US" altLang="zh-CN" sz="2000" dirty="0"/>
              <a:t>animate-inanimate-texture</a:t>
            </a:r>
            <a:r>
              <a:rPr lang="zh-CN" altLang="en-US" sz="2000" dirty="0"/>
              <a:t>三类，每类</a:t>
            </a:r>
            <a:r>
              <a:rPr lang="en-US" altLang="zh-CN" sz="2000" dirty="0"/>
              <a:t>20</a:t>
            </a:r>
            <a:r>
              <a:rPr lang="zh-CN" altLang="en-US" sz="2000" dirty="0"/>
              <a:t>个</a:t>
            </a:r>
            <a:r>
              <a:rPr lang="en-US" altLang="zh-CN" sz="2000" dirty="0"/>
              <a:t>stim</a:t>
            </a:r>
          </a:p>
          <a:p>
            <a:endParaRPr lang="en-US" altLang="zh-CN" sz="2000" dirty="0"/>
          </a:p>
          <a:p>
            <a:r>
              <a:rPr lang="zh-CN" altLang="en-US" sz="2000" dirty="0"/>
              <a:t>对刺激进行了不同的处理，包括：</a:t>
            </a:r>
            <a:r>
              <a:rPr lang="en-US" altLang="zh-CN" sz="2000" dirty="0"/>
              <a:t>raw-4x4</a:t>
            </a:r>
            <a:r>
              <a:rPr lang="zh-CN" altLang="en-US" sz="2000" dirty="0"/>
              <a:t>，</a:t>
            </a:r>
            <a:r>
              <a:rPr lang="en-US" altLang="zh-CN" sz="2000" dirty="0"/>
              <a:t>3x3</a:t>
            </a:r>
            <a:r>
              <a:rPr lang="zh-CN" altLang="en-US" sz="2000" dirty="0"/>
              <a:t>，</a:t>
            </a:r>
            <a:r>
              <a:rPr lang="en-US" altLang="zh-CN" sz="2000" dirty="0"/>
              <a:t>2x2</a:t>
            </a:r>
            <a:r>
              <a:rPr lang="zh-CN" altLang="en-US" sz="2000" dirty="0"/>
              <a:t>，</a:t>
            </a:r>
            <a:r>
              <a:rPr lang="en-US" altLang="zh-CN" sz="2000" dirty="0"/>
              <a:t>1x1</a:t>
            </a:r>
            <a:r>
              <a:rPr lang="zh-CN" altLang="en-US" sz="2000" dirty="0"/>
              <a:t>，</a:t>
            </a:r>
            <a:r>
              <a:rPr lang="en-US" altLang="zh-CN" sz="2000" dirty="0"/>
              <a:t>boulder detect</a:t>
            </a:r>
          </a:p>
          <a:p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58BB78-F1C2-9643-DA07-FE51033E4CA2}"/>
              </a:ext>
            </a:extLst>
          </p:cNvPr>
          <p:cNvSpPr txBox="1"/>
          <p:nvPr/>
        </p:nvSpPr>
        <p:spPr>
          <a:xfrm>
            <a:off x="8783782" y="6488668"/>
            <a:ext cx="34082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https://doi.org/10.1073/pnas.2115302119</a:t>
            </a:r>
          </a:p>
        </p:txBody>
      </p:sp>
    </p:spTree>
    <p:extLst>
      <p:ext uri="{BB962C8B-B14F-4D97-AF65-F5344CB8AC3E}">
        <p14:creationId xmlns:p14="http://schemas.microsoft.com/office/powerpoint/2010/main" val="2759430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024E2-89BE-F2D5-C8F6-57DB53697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22AF12-6F8C-6945-774F-1280DE852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07893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使用不同的刺激集设计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9F65CB-05D3-2364-53ED-E5DC2C706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0606"/>
            <a:ext cx="10515600" cy="556023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参考文章中，只使用</a:t>
            </a:r>
            <a:r>
              <a:rPr lang="en-US" altLang="zh-CN" sz="2000" dirty="0"/>
              <a:t>pool1-2-4</a:t>
            </a:r>
            <a:r>
              <a:rPr lang="zh-CN" altLang="en-US" sz="2000" dirty="0"/>
              <a:t>可以得到刺激</a:t>
            </a:r>
            <a:r>
              <a:rPr lang="en-US" altLang="zh-CN" sz="2000" dirty="0"/>
              <a:t>shuffle</a:t>
            </a:r>
            <a:r>
              <a:rPr lang="zh-CN" altLang="en-US" sz="2000" dirty="0"/>
              <a:t>图，学习率</a:t>
            </a:r>
            <a:r>
              <a:rPr lang="en-US" altLang="zh-CN" sz="2000" dirty="0"/>
              <a:t>0.05-1000</a:t>
            </a:r>
            <a:r>
              <a:rPr lang="zh-CN" altLang="en-US" sz="2000" dirty="0"/>
              <a:t>次结果与文中效果类似。</a:t>
            </a:r>
            <a:endParaRPr lang="en-US" altLang="zh-CN" sz="2000" dirty="0"/>
          </a:p>
          <a:p>
            <a:pPr lvl="1"/>
            <a:endParaRPr lang="en-US" altLang="zh-CN" sz="16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参考</a:t>
            </a:r>
            <a:r>
              <a:rPr lang="en-US" altLang="zh-CN" sz="2000" dirty="0"/>
              <a:t>GBQ</a:t>
            </a:r>
            <a:r>
              <a:rPr lang="zh-CN" altLang="en-US" sz="2000" dirty="0"/>
              <a:t>的代码，发现按照风格迁移的算法能得到类似的合成图，但这个算法本身有点取巧，和文中描述不一致。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868310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6A83AEF0-01BF-1AF8-419B-6BBFFBEA1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99539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不同</a:t>
            </a:r>
            <a:r>
              <a:rPr lang="en-US" altLang="zh-CN" sz="3200" dirty="0"/>
              <a:t>pool</a:t>
            </a:r>
            <a:r>
              <a:rPr lang="zh-CN" altLang="en-US" sz="3200" dirty="0"/>
              <a:t>层权重的合成图效果</a:t>
            </a:r>
            <a:r>
              <a:rPr lang="en-US" altLang="zh-CN" sz="3200" dirty="0"/>
              <a:t>(constrain3-3)</a:t>
            </a:r>
            <a:endParaRPr lang="zh-CN" altLang="en-US" sz="3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402FC7-F96A-7563-5408-8A8442F86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08" y="1792224"/>
            <a:ext cx="1767840" cy="1767840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C51618B-6028-A9CA-EB3E-024D76C1C995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2432304" y="1199997"/>
            <a:ext cx="2487168" cy="592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D12A6B1-9BF7-904F-F9EF-502D981713EA}"/>
              </a:ext>
            </a:extLst>
          </p:cNvPr>
          <p:cNvSpPr txBox="1"/>
          <p:nvPr/>
        </p:nvSpPr>
        <p:spPr>
          <a:xfrm>
            <a:off x="3242954" y="955590"/>
            <a:ext cx="90120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pool1</a:t>
            </a:r>
            <a:r>
              <a:rPr lang="zh-CN" altLang="en-US" sz="1400" dirty="0"/>
              <a:t>：</a:t>
            </a:r>
            <a:r>
              <a:rPr lang="en-US" altLang="zh-CN" sz="1400" dirty="0"/>
              <a:t>1</a:t>
            </a:r>
          </a:p>
          <a:p>
            <a:r>
              <a:rPr lang="en-US" altLang="zh-CN" sz="1400" dirty="0"/>
              <a:t>pool2</a:t>
            </a:r>
            <a:r>
              <a:rPr lang="zh-CN" altLang="en-US" sz="1400" dirty="0"/>
              <a:t>：</a:t>
            </a:r>
            <a:r>
              <a:rPr lang="en-US" altLang="zh-CN" sz="1400" dirty="0"/>
              <a:t>5</a:t>
            </a:r>
          </a:p>
          <a:p>
            <a:r>
              <a:rPr lang="en-US" altLang="zh-CN" sz="1400" dirty="0"/>
              <a:t>pool4</a:t>
            </a:r>
            <a:r>
              <a:rPr lang="zh-CN" altLang="en-US" sz="1400" dirty="0"/>
              <a:t>：</a:t>
            </a:r>
            <a:r>
              <a:rPr lang="en-US" altLang="zh-CN" sz="1400" dirty="0"/>
              <a:t>5</a:t>
            </a:r>
            <a:endParaRPr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041565-D6A5-8A9E-4AEC-9C1CF2BCF6B5}"/>
              </a:ext>
            </a:extLst>
          </p:cNvPr>
          <p:cNvSpPr txBox="1"/>
          <p:nvPr/>
        </p:nvSpPr>
        <p:spPr>
          <a:xfrm>
            <a:off x="125027" y="5160228"/>
            <a:ext cx="2712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N_iter</a:t>
            </a:r>
            <a:r>
              <a:rPr lang="en-US" altLang="zh-CN" dirty="0"/>
              <a:t>=5000,lr=0.05,MSE 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E81AB2D-B9AB-2184-C236-365C5E6FF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5739872"/>
            <a:ext cx="4647619" cy="97142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4BF00E1-2945-8753-AB7D-00529BF9A39C}"/>
              </a:ext>
            </a:extLst>
          </p:cNvPr>
          <p:cNvSpPr txBox="1"/>
          <p:nvPr/>
        </p:nvSpPr>
        <p:spPr>
          <a:xfrm>
            <a:off x="3413606" y="2335161"/>
            <a:ext cx="108234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推荐的参数</a:t>
            </a:r>
            <a:endParaRPr lang="en-US" altLang="zh-CN" sz="1400" dirty="0"/>
          </a:p>
          <a:p>
            <a:r>
              <a:rPr lang="en-US" altLang="zh-CN" sz="1400" dirty="0"/>
              <a:t>pool1</a:t>
            </a:r>
            <a:r>
              <a:rPr lang="zh-CN" altLang="en-US" sz="1400" dirty="0"/>
              <a:t>：</a:t>
            </a:r>
            <a:r>
              <a:rPr lang="en-US" altLang="zh-CN" sz="1400" dirty="0"/>
              <a:t>1</a:t>
            </a:r>
          </a:p>
          <a:p>
            <a:r>
              <a:rPr lang="en-US" altLang="zh-CN" sz="1400" dirty="0"/>
              <a:t>pool2</a:t>
            </a:r>
            <a:r>
              <a:rPr lang="zh-CN" altLang="en-US" sz="1400" dirty="0"/>
              <a:t>：</a:t>
            </a:r>
            <a:r>
              <a:rPr lang="en-US" altLang="zh-CN" sz="1400" dirty="0"/>
              <a:t>2</a:t>
            </a:r>
          </a:p>
          <a:p>
            <a:r>
              <a:rPr lang="en-US" altLang="zh-CN" sz="1400" dirty="0"/>
              <a:t>pool4</a:t>
            </a:r>
            <a:r>
              <a:rPr lang="zh-CN" altLang="en-US" sz="1400" dirty="0"/>
              <a:t>：</a:t>
            </a:r>
            <a:r>
              <a:rPr lang="en-US" altLang="zh-CN" sz="1400" dirty="0"/>
              <a:t>5</a:t>
            </a:r>
            <a:endParaRPr lang="zh-CN" altLang="en-US" sz="1400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51E231B-BD04-B1C5-5ADE-FDC364E8AFED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432304" y="2301267"/>
            <a:ext cx="2487168" cy="425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7793812-D0EC-0A73-0ED4-DA0437E4E95C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2432304" y="2906661"/>
            <a:ext cx="2487168" cy="1362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4B9EA67-D015-5E97-4C90-FA992B74D1C8}"/>
              </a:ext>
            </a:extLst>
          </p:cNvPr>
          <p:cNvSpPr txBox="1"/>
          <p:nvPr/>
        </p:nvSpPr>
        <p:spPr>
          <a:xfrm>
            <a:off x="3460893" y="3683937"/>
            <a:ext cx="90120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pool1</a:t>
            </a:r>
            <a:r>
              <a:rPr lang="zh-CN" altLang="en-US" sz="1400" dirty="0"/>
              <a:t>：</a:t>
            </a:r>
            <a:r>
              <a:rPr lang="en-US" altLang="zh-CN" sz="1400" dirty="0"/>
              <a:t>1</a:t>
            </a:r>
          </a:p>
          <a:p>
            <a:r>
              <a:rPr lang="en-US" altLang="zh-CN" sz="1400" dirty="0"/>
              <a:t>pool2</a:t>
            </a:r>
            <a:r>
              <a:rPr lang="zh-CN" altLang="en-US" sz="1400" dirty="0"/>
              <a:t>：</a:t>
            </a:r>
            <a:r>
              <a:rPr lang="en-US" altLang="zh-CN" sz="1400" dirty="0"/>
              <a:t>1</a:t>
            </a:r>
          </a:p>
          <a:p>
            <a:r>
              <a:rPr lang="en-US" altLang="zh-CN" sz="1400" dirty="0"/>
              <a:t>pool4</a:t>
            </a:r>
            <a:r>
              <a:rPr lang="zh-CN" altLang="en-US" sz="1400" dirty="0"/>
              <a:t>：</a:t>
            </a:r>
            <a:r>
              <a:rPr lang="en-US" altLang="zh-CN" sz="1400" dirty="0"/>
              <a:t>1</a:t>
            </a:r>
            <a:endParaRPr lang="zh-CN" altLang="en-US" sz="14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B54D060E-9112-A449-5E3F-1650CBD896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472" y="1972083"/>
            <a:ext cx="1508760" cy="150876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1EED9E7D-BD2F-6D75-E6D7-D96381DA7C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472" y="3514737"/>
            <a:ext cx="1508760" cy="150876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F71C01B5-5B63-C014-653E-D10CBBA2D8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472" y="446199"/>
            <a:ext cx="1507596" cy="1507596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134CB7B4-80E5-ACD4-DC81-D6F4A401FD5B}"/>
              </a:ext>
            </a:extLst>
          </p:cNvPr>
          <p:cNvSpPr txBox="1"/>
          <p:nvPr/>
        </p:nvSpPr>
        <p:spPr>
          <a:xfrm>
            <a:off x="3463787" y="5163746"/>
            <a:ext cx="9957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pool1</a:t>
            </a:r>
            <a:r>
              <a:rPr lang="zh-CN" altLang="en-US" sz="1400" dirty="0"/>
              <a:t>：</a:t>
            </a:r>
            <a:r>
              <a:rPr lang="en-US" altLang="zh-CN" sz="1400" dirty="0"/>
              <a:t>1</a:t>
            </a:r>
          </a:p>
          <a:p>
            <a:r>
              <a:rPr lang="en-US" altLang="zh-CN" sz="1400" dirty="0"/>
              <a:t>pool2</a:t>
            </a:r>
            <a:r>
              <a:rPr lang="zh-CN" altLang="en-US" sz="1400" dirty="0"/>
              <a:t>：</a:t>
            </a:r>
            <a:r>
              <a:rPr lang="en-US" altLang="zh-CN" sz="1400" dirty="0"/>
              <a:t>2</a:t>
            </a:r>
          </a:p>
          <a:p>
            <a:r>
              <a:rPr lang="en-US" altLang="zh-CN" sz="1400" dirty="0"/>
              <a:t>pool4</a:t>
            </a:r>
            <a:r>
              <a:rPr lang="zh-CN" altLang="en-US" sz="1400" dirty="0"/>
              <a:t>：</a:t>
            </a:r>
            <a:r>
              <a:rPr lang="en-US" altLang="zh-CN" sz="1400" dirty="0"/>
              <a:t>16</a:t>
            </a:r>
            <a:endParaRPr lang="zh-CN" altLang="en-US" sz="1400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66A357C-0B8B-1E9F-E86E-A46186D215AC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2432304" y="3362456"/>
            <a:ext cx="2487168" cy="2451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图片 38">
            <a:extLst>
              <a:ext uri="{FF2B5EF4-FFF2-40B4-BE49-F238E27FC236}">
                <a16:creationId xmlns:a16="http://schemas.microsoft.com/office/drawing/2014/main" id="{AB5DC4A9-B548-0A78-6F0F-B0A585CC2F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472" y="5060079"/>
            <a:ext cx="1507596" cy="1507596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9DE76CE2-27CA-AF1C-8003-C1BAAB72B0B0}"/>
              </a:ext>
            </a:extLst>
          </p:cNvPr>
          <p:cNvSpPr txBox="1"/>
          <p:nvPr/>
        </p:nvSpPr>
        <p:spPr>
          <a:xfrm>
            <a:off x="7647885" y="523952"/>
            <a:ext cx="4192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即使同一参数，不同次的随机产生的图片细节相似性在人眼观看也存在差异，</a:t>
            </a:r>
            <a:endParaRPr lang="en-US" altLang="zh-CN" sz="1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2EF8836-5A1D-6A51-4C8A-7326632D1DD1}"/>
              </a:ext>
            </a:extLst>
          </p:cNvPr>
          <p:cNvSpPr txBox="1"/>
          <p:nvPr/>
        </p:nvSpPr>
        <p:spPr>
          <a:xfrm>
            <a:off x="6709013" y="4084451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C4P4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8E77C5-512E-9BA3-4136-0FDB601590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643" y="3429000"/>
            <a:ext cx="1870960" cy="187096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70B62A9-5241-4E22-99EC-2638E8BBE0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639" y="3428998"/>
            <a:ext cx="1870961" cy="187096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F691930-F9BF-086E-C005-49568B70F9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341" y="1496128"/>
            <a:ext cx="1886709" cy="188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489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231251D-6EFA-8974-E7DF-1B0B088B4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99539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不同</a:t>
            </a:r>
            <a:r>
              <a:rPr lang="en-US" altLang="zh-CN" sz="3200" dirty="0"/>
              <a:t>constrain</a:t>
            </a:r>
            <a:r>
              <a:rPr lang="zh-CN" altLang="en-US" sz="3200" dirty="0"/>
              <a:t>的</a:t>
            </a:r>
            <a:r>
              <a:rPr lang="en-US" altLang="zh-CN" sz="3200" dirty="0"/>
              <a:t>example</a:t>
            </a:r>
            <a:endParaRPr lang="zh-CN" altLang="en-US" sz="3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89F6B3-E33A-A55A-5161-9CAB6B7F76BC}"/>
              </a:ext>
            </a:extLst>
          </p:cNvPr>
          <p:cNvSpPr txBox="1"/>
          <p:nvPr/>
        </p:nvSpPr>
        <p:spPr>
          <a:xfrm>
            <a:off x="1839228" y="1267071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pool1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372006-15E0-4DCC-3405-8DF7DA7BFD2F}"/>
              </a:ext>
            </a:extLst>
          </p:cNvPr>
          <p:cNvSpPr txBox="1"/>
          <p:nvPr/>
        </p:nvSpPr>
        <p:spPr>
          <a:xfrm>
            <a:off x="3317264" y="1267071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pool2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EF38DC2-D80B-925E-722C-803827E74548}"/>
              </a:ext>
            </a:extLst>
          </p:cNvPr>
          <p:cNvSpPr txBox="1"/>
          <p:nvPr/>
        </p:nvSpPr>
        <p:spPr>
          <a:xfrm>
            <a:off x="4745310" y="1267071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pool4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E0121B-A8C8-D6CD-9BFC-C89118DF9C19}"/>
              </a:ext>
            </a:extLst>
          </p:cNvPr>
          <p:cNvSpPr txBox="1"/>
          <p:nvPr/>
        </p:nvSpPr>
        <p:spPr>
          <a:xfrm>
            <a:off x="6729873" y="1286077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1x1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D649E5-1EC3-2D40-3DA8-9155D67B876F}"/>
              </a:ext>
            </a:extLst>
          </p:cNvPr>
          <p:cNvSpPr txBox="1"/>
          <p:nvPr/>
        </p:nvSpPr>
        <p:spPr>
          <a:xfrm>
            <a:off x="8246258" y="1267071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2x2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AE6F3FB-E8EB-02E8-4304-0E1519D3AE4C}"/>
              </a:ext>
            </a:extLst>
          </p:cNvPr>
          <p:cNvSpPr txBox="1"/>
          <p:nvPr/>
        </p:nvSpPr>
        <p:spPr>
          <a:xfrm>
            <a:off x="9729017" y="1286077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3x3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E8C6B2-8835-70DE-D958-0BF5CD5AC695}"/>
              </a:ext>
            </a:extLst>
          </p:cNvPr>
          <p:cNvSpPr txBox="1"/>
          <p:nvPr/>
        </p:nvSpPr>
        <p:spPr>
          <a:xfrm>
            <a:off x="11245402" y="1267071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4x4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84911A9-6909-BD87-A060-9DF75EC26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6" y="1651518"/>
            <a:ext cx="1428108" cy="142810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5FFB462D-880B-201E-43C2-BC8C84BBBC4B}"/>
              </a:ext>
            </a:extLst>
          </p:cNvPr>
          <p:cNvSpPr txBox="1"/>
          <p:nvPr/>
        </p:nvSpPr>
        <p:spPr>
          <a:xfrm>
            <a:off x="555489" y="1267071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raw</a:t>
            </a:r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E816E68-7D94-066D-6D74-2B9136AF50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598" y="1655410"/>
            <a:ext cx="1428108" cy="142810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3D59048-CED5-9936-04A6-9D2338971E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519" y="1647282"/>
            <a:ext cx="1428108" cy="142810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72B7E1B7-EB51-6F8D-264D-FE77E7D30D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511" y="1662786"/>
            <a:ext cx="1420732" cy="142073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F0522143-3A27-5C5D-0599-B3295C8EAD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163" y="1655409"/>
            <a:ext cx="1420732" cy="142073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4B1EAC11-60EE-062F-B986-2723E0602A3D}"/>
              </a:ext>
            </a:extLst>
          </p:cNvPr>
          <p:cNvSpPr txBox="1"/>
          <p:nvPr/>
        </p:nvSpPr>
        <p:spPr>
          <a:xfrm>
            <a:off x="4534679" y="149213"/>
            <a:ext cx="76573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pool4</a:t>
            </a:r>
            <a:r>
              <a:rPr lang="zh-CN" altLang="en-US" sz="1600" dirty="0"/>
              <a:t>和</a:t>
            </a:r>
            <a:r>
              <a:rPr lang="en-US" altLang="zh-CN" sz="1600" dirty="0"/>
              <a:t>1x1</a:t>
            </a:r>
            <a:r>
              <a:rPr lang="zh-CN" altLang="en-US" sz="1600" dirty="0"/>
              <a:t>其实是同一个参数，两次不同的</a:t>
            </a:r>
            <a:r>
              <a:rPr lang="en-US" altLang="zh-CN" sz="1600" dirty="0"/>
              <a:t>rand</a:t>
            </a:r>
          </a:p>
          <a:p>
            <a:endParaRPr lang="en-US" altLang="zh-CN" sz="1600" dirty="0"/>
          </a:p>
          <a:p>
            <a:r>
              <a:rPr lang="zh-CN" altLang="en-US" sz="1600" dirty="0"/>
              <a:t>对不同的图可能会有欠训练的问题，使用学习率</a:t>
            </a:r>
            <a:r>
              <a:rPr lang="en-US" altLang="zh-CN" sz="1600" dirty="0"/>
              <a:t>0.05</a:t>
            </a:r>
            <a:r>
              <a:rPr lang="zh-CN" altLang="en-US" sz="1600" dirty="0"/>
              <a:t>，迭代</a:t>
            </a:r>
            <a:r>
              <a:rPr lang="en-US" altLang="zh-CN" sz="1600" dirty="0"/>
              <a:t>15000</a:t>
            </a:r>
            <a:r>
              <a:rPr lang="zh-CN" altLang="en-US" sz="1600" dirty="0"/>
              <a:t>次基本可以收敛。</a:t>
            </a:r>
            <a:endParaRPr lang="en-US" altLang="zh-CN" sz="1600" dirty="0"/>
          </a:p>
          <a:p>
            <a:endParaRPr lang="en-US" altLang="zh-CN" sz="1600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A0976DFA-517C-2396-E7F3-34A8D69F1F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886" y="1655409"/>
            <a:ext cx="1420732" cy="142073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C379B1A3-1A40-8FA3-D40B-E9B948B0EA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798" y="1662786"/>
            <a:ext cx="1420732" cy="1420732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3A402FF6-0F38-CA14-D459-DFFA5F37C2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048" y="1662786"/>
            <a:ext cx="1412604" cy="1412604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1A92E371-0A66-EE9C-E966-7F29940A0B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6" y="3331029"/>
            <a:ext cx="1428108" cy="1428108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4D7BDCFA-B50D-EC79-A6B1-E5FAAF3B2BB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048" y="3331029"/>
            <a:ext cx="1412604" cy="1412604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89DD9201-2C01-6F8E-B0CF-5BE04E7580C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163" y="3338405"/>
            <a:ext cx="1420732" cy="1420732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4F0197C1-8282-9905-7577-C9F095B55DF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198" y="3331029"/>
            <a:ext cx="1428108" cy="1428108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DFF478A1-2A62-AE27-41C1-52E41E0AD42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798" y="3331029"/>
            <a:ext cx="1428108" cy="14281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BD3BAAF7-B179-51A1-3977-CB029BE0681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511" y="3338405"/>
            <a:ext cx="1428108" cy="1428108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4EC71757-359F-3F97-8836-50F767DE4A1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519" y="3338405"/>
            <a:ext cx="1428108" cy="1428108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A8EE764D-EF5A-63DF-82DC-8F73EB52C0F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598" y="3338781"/>
            <a:ext cx="1412604" cy="1412604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60EDCA80-09BE-3828-9A02-E66C86B46E9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6" y="5010540"/>
            <a:ext cx="1428108" cy="1428108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501FACDE-7B57-D44B-9068-6FD460C06E8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598" y="5010540"/>
            <a:ext cx="1428108" cy="1428108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55FD24B5-B2A1-D3BA-4B04-FF54C51DA51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519" y="5011385"/>
            <a:ext cx="1428108" cy="1428108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C5578434-C27D-AD70-5C4B-ABC920576D0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511" y="5010540"/>
            <a:ext cx="1428108" cy="1428108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21C0C12E-26E7-3D16-414E-980BF9BCE53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163" y="5021401"/>
            <a:ext cx="1428108" cy="1428108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C40311F6-5FDB-7E97-726D-7E7AA0482FC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4258" y="5010539"/>
            <a:ext cx="1438969" cy="1438969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5B371A0E-040C-436E-5736-D2C579D403B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5214" y="5021401"/>
            <a:ext cx="1428108" cy="1428108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8A0695D-6D1A-374E-07C9-901095E3D34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307" y="5026045"/>
            <a:ext cx="1412603" cy="141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225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67B982F-6DCB-DF30-7669-96F8AA3A0506}"/>
              </a:ext>
            </a:extLst>
          </p:cNvPr>
          <p:cNvSpPr txBox="1"/>
          <p:nvPr/>
        </p:nvSpPr>
        <p:spPr>
          <a:xfrm>
            <a:off x="1594104" y="-69318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raw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16F4FE-31B8-CB00-C804-23575B4C6DBD}"/>
              </a:ext>
            </a:extLst>
          </p:cNvPr>
          <p:cNvSpPr txBox="1"/>
          <p:nvPr/>
        </p:nvSpPr>
        <p:spPr>
          <a:xfrm>
            <a:off x="1261872" y="1938528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P4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740E9D-C3D6-727E-4FC2-ED8DBD489D94}"/>
              </a:ext>
            </a:extLst>
          </p:cNvPr>
          <p:cNvSpPr txBox="1"/>
          <p:nvPr/>
        </p:nvSpPr>
        <p:spPr>
          <a:xfrm>
            <a:off x="1261872" y="3703320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P2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CBE719-F3B2-DB1A-4532-51BD37AB16F7}"/>
              </a:ext>
            </a:extLst>
          </p:cNvPr>
          <p:cNvSpPr txBox="1"/>
          <p:nvPr/>
        </p:nvSpPr>
        <p:spPr>
          <a:xfrm>
            <a:off x="1261872" y="5468112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P1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62F982-FA95-384D-EFAA-6A4E3BEF61BF}"/>
              </a:ext>
            </a:extLst>
          </p:cNvPr>
          <p:cNvSpPr txBox="1"/>
          <p:nvPr/>
        </p:nvSpPr>
        <p:spPr>
          <a:xfrm>
            <a:off x="2707108" y="956810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C4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7A0416-3D95-0D05-9478-1DE67C7042AE}"/>
              </a:ext>
            </a:extLst>
          </p:cNvPr>
          <p:cNvSpPr txBox="1"/>
          <p:nvPr/>
        </p:nvSpPr>
        <p:spPr>
          <a:xfrm>
            <a:off x="4798941" y="956810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C3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F997CC-983B-BA69-4599-7E3ACAA6886C}"/>
              </a:ext>
            </a:extLst>
          </p:cNvPr>
          <p:cNvSpPr txBox="1"/>
          <p:nvPr/>
        </p:nvSpPr>
        <p:spPr>
          <a:xfrm>
            <a:off x="6785807" y="956810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C2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64CAD80-56BD-3ABD-465D-11AFAB7037D3}"/>
              </a:ext>
            </a:extLst>
          </p:cNvPr>
          <p:cNvSpPr txBox="1"/>
          <p:nvPr/>
        </p:nvSpPr>
        <p:spPr>
          <a:xfrm>
            <a:off x="8825156" y="956810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C1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F0BA946-8CB0-2BC7-329E-CBF730532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249" y="1326142"/>
            <a:ext cx="1594104" cy="159410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7E4884D-CBD3-52F0-27EE-61E1A8297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" y="9406"/>
            <a:ext cx="1594104" cy="159410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982D7B2-D75F-33BC-37BD-E14608BB2F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637" y="3255264"/>
            <a:ext cx="1594105" cy="159410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23FAC54-DE63-7F22-7832-13C3E70AE3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637" y="5184387"/>
            <a:ext cx="1594105" cy="159410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E2CCA34-A69F-8ADC-B244-C5D1C3276D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598" y="1326142"/>
            <a:ext cx="1594104" cy="159410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535FB5BC-8DDB-4CE4-11E8-5148C9CCBD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375" y="3249652"/>
            <a:ext cx="1605327" cy="160532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0B8EE57C-51B1-97A7-3E50-1F9646D23D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375" y="5173165"/>
            <a:ext cx="1605327" cy="1605327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C93C94E7-E957-6A77-ECC6-BFB7357157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947" y="1326142"/>
            <a:ext cx="1594104" cy="1594104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E2539CA1-8C77-82EC-233F-3AB340BA13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335" y="3249652"/>
            <a:ext cx="1605327" cy="1605327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C9FC6FD7-7F55-C5B8-3E05-F5A74290FFF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335" y="5184384"/>
            <a:ext cx="1594107" cy="1594107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B72844E3-999E-9D2F-48E5-E8F8B4C0A2E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8295" y="1326142"/>
            <a:ext cx="1594104" cy="159410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C361383A-CD94-231B-0E02-580E77EFDBE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8295" y="3249652"/>
            <a:ext cx="1594105" cy="1594105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076E5681-2CF1-39C6-ABC8-85FB59C6F4A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8295" y="5184387"/>
            <a:ext cx="1594104" cy="1594104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7F95A844-FA1A-ECB6-41B3-1DD4726D1110}"/>
              </a:ext>
            </a:extLst>
          </p:cNvPr>
          <p:cNvSpPr txBox="1"/>
          <p:nvPr/>
        </p:nvSpPr>
        <p:spPr>
          <a:xfrm>
            <a:off x="7771890" y="0"/>
            <a:ext cx="44201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80</a:t>
            </a:r>
            <a:r>
              <a:rPr lang="zh-CN" altLang="en-US" sz="1200" dirty="0"/>
              <a:t>张图片（</a:t>
            </a:r>
            <a:r>
              <a:rPr lang="en-US" altLang="zh-CN" sz="1200" dirty="0"/>
              <a:t>20animate</a:t>
            </a:r>
            <a:r>
              <a:rPr lang="zh-CN" altLang="en-US" sz="1200" dirty="0"/>
              <a:t>，</a:t>
            </a:r>
            <a:r>
              <a:rPr lang="en-US" altLang="zh-CN" sz="1200" dirty="0"/>
              <a:t>20inanimate</a:t>
            </a:r>
            <a:r>
              <a:rPr lang="zh-CN" altLang="en-US" sz="1200" dirty="0"/>
              <a:t>，</a:t>
            </a:r>
            <a:r>
              <a:rPr lang="en-US" altLang="zh-CN" sz="1200" dirty="0"/>
              <a:t>20</a:t>
            </a:r>
            <a:r>
              <a:rPr lang="zh-CN" altLang="en-US" sz="1200" dirty="0"/>
              <a:t>简笔画，</a:t>
            </a:r>
            <a:r>
              <a:rPr lang="en-US" altLang="zh-CN" sz="1200" dirty="0"/>
              <a:t>20texture</a:t>
            </a:r>
            <a:r>
              <a:rPr lang="zh-CN" altLang="en-US" sz="1200" dirty="0"/>
              <a:t>）</a:t>
            </a:r>
            <a:endParaRPr lang="en-US" altLang="zh-CN" sz="1200" dirty="0"/>
          </a:p>
          <a:p>
            <a:r>
              <a:rPr lang="zh-CN" altLang="en-US" sz="1100" dirty="0"/>
              <a:t>按照文中方法，对图片进行</a:t>
            </a:r>
            <a:r>
              <a:rPr lang="en-US" altLang="zh-CN" sz="1100" dirty="0"/>
              <a:t>12</a:t>
            </a:r>
            <a:r>
              <a:rPr lang="zh-CN" altLang="en-US" sz="1100" dirty="0"/>
              <a:t>种不同的打乱处理，每个处理做三次，</a:t>
            </a:r>
            <a:endParaRPr lang="en-US" altLang="zh-CN" sz="1100" dirty="0"/>
          </a:p>
          <a:p>
            <a:r>
              <a:rPr lang="en-US" altLang="zh-CN" sz="1100" dirty="0"/>
              <a:t>(Pool1-2-4)*(constrain1-2-3-4)*3</a:t>
            </a:r>
          </a:p>
          <a:p>
            <a:r>
              <a:rPr lang="zh-CN" altLang="en-US" sz="1100" dirty="0"/>
              <a:t>共计</a:t>
            </a:r>
            <a:r>
              <a:rPr lang="en-US" altLang="zh-CN" sz="1100" dirty="0"/>
              <a:t>2960</a:t>
            </a:r>
            <a:r>
              <a:rPr lang="zh-CN" altLang="en-US" sz="1100" dirty="0"/>
              <a:t>张，排列顺序为：</a:t>
            </a:r>
            <a:endParaRPr lang="en-US" altLang="zh-CN" sz="1100" dirty="0"/>
          </a:p>
          <a:p>
            <a:r>
              <a:rPr lang="en-US" altLang="zh-CN" sz="1100" dirty="0"/>
              <a:t>Raw-</a:t>
            </a:r>
            <a:r>
              <a:rPr lang="nn-NO" altLang="zh-CN" sz="1100" dirty="0"/>
              <a:t>C4P4,C4P2,C4P1,C3P4,C3P2,C3P1...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654296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BED9F4B-4DA3-582E-64CC-94E492C42419}"/>
              </a:ext>
            </a:extLst>
          </p:cNvPr>
          <p:cNvSpPr txBox="1"/>
          <p:nvPr/>
        </p:nvSpPr>
        <p:spPr>
          <a:xfrm>
            <a:off x="1524" y="0"/>
            <a:ext cx="110992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D:\#stimuli\Scramble_Global_PNAS_VGG19_50_imgnet\Pool4_C4321_Object_only_Repeat5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AF0BF4-B876-CDFC-333A-153F22C60DA5}"/>
              </a:ext>
            </a:extLst>
          </p:cNvPr>
          <p:cNvSpPr txBox="1"/>
          <p:nvPr/>
        </p:nvSpPr>
        <p:spPr>
          <a:xfrm>
            <a:off x="0" y="498782"/>
            <a:ext cx="64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Raw-P4C4-P4C3-P4C2-P4C1</a:t>
            </a:r>
            <a:r>
              <a:rPr lang="zh-CN" altLang="en-US" dirty="0"/>
              <a:t>为一组，每组都是</a:t>
            </a:r>
            <a:r>
              <a:rPr lang="en-US" altLang="zh-CN" dirty="0"/>
              <a:t>20animate-20inanimate</a:t>
            </a:r>
            <a:r>
              <a:rPr lang="zh-CN" altLang="en-US" dirty="0"/>
              <a:t>，重复五组，共</a:t>
            </a:r>
            <a:r>
              <a:rPr lang="en-US" altLang="zh-CN" dirty="0"/>
              <a:t>800</a:t>
            </a:r>
            <a:r>
              <a:rPr lang="zh-CN" altLang="en-US" dirty="0"/>
              <a:t>张图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A5150CC-A376-AAAF-280C-E0BA6EA37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3845"/>
            <a:ext cx="5637432" cy="281030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F09416E-34F5-E0AC-49C3-41AFD548C3FB}"/>
              </a:ext>
            </a:extLst>
          </p:cNvPr>
          <p:cNvSpPr txBox="1"/>
          <p:nvPr/>
        </p:nvSpPr>
        <p:spPr>
          <a:xfrm>
            <a:off x="82297" y="1422112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VGG19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72E7AF-8196-06A8-24CE-8DF2BF50B2DA}"/>
              </a:ext>
            </a:extLst>
          </p:cNvPr>
          <p:cNvSpPr txBox="1"/>
          <p:nvPr/>
        </p:nvSpPr>
        <p:spPr>
          <a:xfrm>
            <a:off x="1200149" y="1747740"/>
            <a:ext cx="509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fc1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EC7B58A-9F18-20DC-7C2A-9809510B31F4}"/>
              </a:ext>
            </a:extLst>
          </p:cNvPr>
          <p:cNvSpPr txBox="1"/>
          <p:nvPr/>
        </p:nvSpPr>
        <p:spPr>
          <a:xfrm>
            <a:off x="4004309" y="1747740"/>
            <a:ext cx="509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fc2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500D079-815E-0B3F-64AB-3A69A67A6FEF}"/>
              </a:ext>
            </a:extLst>
          </p:cNvPr>
          <p:cNvSpPr txBox="1"/>
          <p:nvPr/>
        </p:nvSpPr>
        <p:spPr>
          <a:xfrm>
            <a:off x="122227" y="5282000"/>
            <a:ext cx="62785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五种不同的处理，在神经网络</a:t>
            </a:r>
            <a:r>
              <a:rPr lang="en-US" altLang="zh-CN" sz="1600" dirty="0"/>
              <a:t>fc1/2</a:t>
            </a:r>
            <a:r>
              <a:rPr lang="zh-CN" altLang="en-US" sz="1600" dirty="0"/>
              <a:t>层引发的神经活动高度一致</a:t>
            </a:r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/>
              <a:t>Animate-animate</a:t>
            </a:r>
            <a:r>
              <a:rPr lang="zh-CN" altLang="en-US" sz="1600" dirty="0"/>
              <a:t>和</a:t>
            </a:r>
            <a:r>
              <a:rPr lang="en-US" altLang="zh-CN" sz="1600" dirty="0"/>
              <a:t>inanimate-inanimate</a:t>
            </a:r>
            <a:r>
              <a:rPr lang="zh-CN" altLang="en-US" sz="1600" dirty="0"/>
              <a:t>之间的活动也更相似。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C1A76FD-9685-C286-DA38-BA53DAEA5D87}"/>
              </a:ext>
            </a:extLst>
          </p:cNvPr>
          <p:cNvSpPr txBox="1"/>
          <p:nvPr/>
        </p:nvSpPr>
        <p:spPr>
          <a:xfrm>
            <a:off x="6198098" y="1422112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Alexnet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E1724E-7D4F-E313-FF3B-E90328C3DDF8}"/>
              </a:ext>
            </a:extLst>
          </p:cNvPr>
          <p:cNvSpPr txBox="1"/>
          <p:nvPr/>
        </p:nvSpPr>
        <p:spPr>
          <a:xfrm>
            <a:off x="7336682" y="1747740"/>
            <a:ext cx="509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fc6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5B344A7-2D4D-F1D7-52C4-15EC31D17F1E}"/>
              </a:ext>
            </a:extLst>
          </p:cNvPr>
          <p:cNvSpPr txBox="1"/>
          <p:nvPr/>
        </p:nvSpPr>
        <p:spPr>
          <a:xfrm>
            <a:off x="10140842" y="1747740"/>
            <a:ext cx="509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fc7</a:t>
            </a:r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371F9DC-1071-4147-747F-1DF820578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23845"/>
            <a:ext cx="5637432" cy="281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682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382C11-9DBF-3822-E023-2F3B3B073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D917F6-0F56-87AF-3508-DB1CEB594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452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16119</TotalTime>
  <Words>408</Words>
  <Application>Microsoft Office PowerPoint</Application>
  <PresentationFormat>宽屏</PresentationFormat>
  <Paragraphs>68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使用不同的刺激集设计</vt:lpstr>
      <vt:lpstr>使用不同的刺激集设计</vt:lpstr>
      <vt:lpstr>不同pool层权重的合成图效果(constrain3-3)</vt:lpstr>
      <vt:lpstr>不同constrain的example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80</cp:revision>
  <dcterms:created xsi:type="dcterms:W3CDTF">2025-08-13T06:44:51Z</dcterms:created>
  <dcterms:modified xsi:type="dcterms:W3CDTF">2025-08-25T12:15:59Z</dcterms:modified>
</cp:coreProperties>
</file>